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290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88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0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439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59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10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28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914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7071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5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23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0CF00-A417-4D13-A6BE-63503F1AB3A9}" type="datetimeFigureOut">
              <a:rPr lang="zh-CN" altLang="en-US" smtClean="0"/>
              <a:t>2016/11/14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B1C29-521D-4666-8827-9F54932C28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23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如何获得</a:t>
            </a:r>
            <a:r>
              <a:rPr lang="en-US" altLang="zh-CN" dirty="0" smtClean="0"/>
              <a:t>30</a:t>
            </a:r>
            <a:r>
              <a:rPr lang="zh-CN" altLang="en-US" dirty="0" smtClean="0"/>
              <a:t>分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杨懋龙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1591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11.7 </a:t>
            </a:r>
            <a:r>
              <a:rPr lang="zh-CN" altLang="en-US" dirty="0" smtClean="0"/>
              <a:t>一道防</a:t>
            </a:r>
            <a:r>
              <a:rPr lang="en-US" altLang="zh-CN" dirty="0" smtClean="0"/>
              <a:t>AK</a:t>
            </a:r>
            <a:r>
              <a:rPr lang="zh-CN" altLang="en-US" dirty="0" smtClean="0"/>
              <a:t>好题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给定正整数 </a:t>
            </a:r>
            <a:r>
              <a:rPr lang="en-US" altLang="zh-CN" dirty="0"/>
              <a:t>n </a:t>
            </a:r>
            <a:r>
              <a:rPr lang="zh-CN" altLang="en-US" dirty="0"/>
              <a:t>和正整数数组 </a:t>
            </a:r>
            <a:r>
              <a:rPr lang="en-US" altLang="zh-CN" dirty="0"/>
              <a:t>(1&lt;=</a:t>
            </a:r>
            <a:r>
              <a:rPr lang="en-US" altLang="zh-CN" dirty="0" err="1"/>
              <a:t>i</a:t>
            </a:r>
            <a:r>
              <a:rPr lang="en-US" altLang="zh-CN" dirty="0"/>
              <a:t>&lt;=n)</a:t>
            </a:r>
            <a:r>
              <a:rPr lang="zh-CN" altLang="en-US" dirty="0"/>
              <a:t>，现有 </a:t>
            </a:r>
            <a:r>
              <a:rPr lang="en-US" altLang="zh-CN" dirty="0"/>
              <a:t>n </a:t>
            </a:r>
            <a:r>
              <a:rPr lang="zh-CN" altLang="en-US" dirty="0"/>
              <a:t>堆石子排成一列，第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堆石子有 个，</a:t>
            </a:r>
            <a:r>
              <a:rPr lang="zh-CN" altLang="en-US" dirty="0" smtClean="0"/>
              <a:t>其中对于</a:t>
            </a:r>
            <a:r>
              <a:rPr lang="zh-CN" altLang="en-US" dirty="0"/>
              <a:t>任一正整数 </a:t>
            </a:r>
            <a:r>
              <a:rPr lang="en-US" altLang="zh-CN" dirty="0" err="1"/>
              <a:t>i</a:t>
            </a:r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&lt;n)</a:t>
            </a:r>
            <a:r>
              <a:rPr lang="zh-CN" altLang="en-US" dirty="0"/>
              <a:t>，第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堆石子与第 </a:t>
            </a:r>
            <a:r>
              <a:rPr lang="en-US" altLang="zh-CN" dirty="0"/>
              <a:t>i+1 </a:t>
            </a:r>
            <a:r>
              <a:rPr lang="zh-CN" altLang="en-US" dirty="0"/>
              <a:t>堆石子相邻。 每次将两堆石子合并成一堆，新</a:t>
            </a:r>
            <a:r>
              <a:rPr lang="zh-CN" altLang="en-US" dirty="0" smtClean="0"/>
              <a:t>堆的</a:t>
            </a:r>
            <a:r>
              <a:rPr lang="zh-CN" altLang="en-US" dirty="0"/>
              <a:t>石子数是原来两堆石子数之和， 代价是原来两堆石子数之积</a:t>
            </a:r>
            <a:r>
              <a:rPr lang="zh-CN" altLang="en-US" dirty="0" smtClean="0"/>
              <a:t>，求合并 </a:t>
            </a:r>
            <a:r>
              <a:rPr lang="en-US" altLang="zh-CN" dirty="0"/>
              <a:t>n-1 </a:t>
            </a:r>
            <a:r>
              <a:rPr lang="zh-CN" altLang="en-US" dirty="0"/>
              <a:t>次将 </a:t>
            </a:r>
            <a:r>
              <a:rPr lang="en-US" altLang="zh-CN" dirty="0"/>
              <a:t>n </a:t>
            </a:r>
            <a:r>
              <a:rPr lang="zh-CN" altLang="en-US" dirty="0"/>
              <a:t>堆石子</a:t>
            </a:r>
            <a:r>
              <a:rPr lang="zh-CN" altLang="en-US" dirty="0" smtClean="0"/>
              <a:t>合并</a:t>
            </a:r>
            <a:r>
              <a:rPr lang="zh-CN" altLang="en-US" dirty="0"/>
              <a:t>成一堆的代价和最小是多少。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8223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1714" y="2106056"/>
            <a:ext cx="8028571" cy="3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1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对于这个题，我们可以写一个随机算法，即每次随机两个石子堆合并，直到只剩下一个石子堆。</a:t>
            </a:r>
            <a:endParaRPr lang="en-US" altLang="zh-CN" dirty="0" smtClean="0"/>
          </a:p>
          <a:p>
            <a:r>
              <a:rPr lang="zh-CN" altLang="en-US" dirty="0" smtClean="0"/>
              <a:t>写完这个算法后可以发现，不管我们的随机结果是什么，最终的代价和都是一样的。</a:t>
            </a:r>
            <a:endParaRPr lang="en-US" altLang="zh-CN" dirty="0" smtClean="0"/>
          </a:p>
          <a:p>
            <a:r>
              <a:rPr lang="zh-CN" altLang="en-US" dirty="0" smtClean="0"/>
              <a:t>然后还可以发现代价和为两两乘积和。</a:t>
            </a:r>
            <a:endParaRPr lang="en-US" altLang="zh-CN" dirty="0" smtClean="0"/>
          </a:p>
          <a:p>
            <a:r>
              <a:rPr lang="zh-CN" altLang="en-US" dirty="0"/>
              <a:t>到</a:t>
            </a:r>
            <a:r>
              <a:rPr lang="zh-CN" altLang="en-US" dirty="0" smtClean="0"/>
              <a:t>这里，我们便可以轻易地获得</a:t>
            </a:r>
            <a:r>
              <a:rPr lang="en-US" altLang="zh-CN" dirty="0" smtClean="0"/>
              <a:t>95</a:t>
            </a:r>
            <a:r>
              <a:rPr lang="zh-CN" altLang="en-US" dirty="0" smtClean="0"/>
              <a:t>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2563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11.8 walk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给定一棵 </a:t>
            </a:r>
            <a:r>
              <a:rPr lang="en-US" altLang="zh-CN" dirty="0"/>
              <a:t>n </a:t>
            </a:r>
            <a:r>
              <a:rPr lang="zh-CN" altLang="en-US" dirty="0"/>
              <a:t>个节点的树，每条边的长度为 </a:t>
            </a:r>
            <a:r>
              <a:rPr lang="en-US" altLang="zh-CN" dirty="0"/>
              <a:t>1</a:t>
            </a:r>
            <a:r>
              <a:rPr lang="zh-CN" altLang="en-US" dirty="0"/>
              <a:t>，同时有一个权</a:t>
            </a:r>
            <a:r>
              <a:rPr lang="zh-CN" altLang="en-US" dirty="0" smtClean="0"/>
              <a:t>值</a:t>
            </a:r>
            <a:r>
              <a:rPr lang="en-US" altLang="zh-CN" dirty="0" smtClean="0"/>
              <a:t>w</a:t>
            </a:r>
            <a:r>
              <a:rPr lang="zh-CN" altLang="en-US" dirty="0"/>
              <a:t>。定义一条路径的权值为路径上所有边的权值的最大公约数。</a:t>
            </a:r>
            <a:r>
              <a:rPr lang="zh-CN" altLang="en-US" dirty="0" smtClean="0"/>
              <a:t>现在对于</a:t>
            </a:r>
            <a:r>
              <a:rPr lang="zh-CN" altLang="en-US" dirty="0"/>
              <a:t>任意 </a:t>
            </a:r>
            <a:r>
              <a:rPr lang="en-US" altLang="zh-CN" dirty="0" err="1"/>
              <a:t>i</a:t>
            </a:r>
            <a:r>
              <a:rPr lang="en-US" altLang="zh-CN" dirty="0"/>
              <a:t>∈[1,n]</a:t>
            </a:r>
            <a:r>
              <a:rPr lang="zh-CN" altLang="en-US" dirty="0"/>
              <a:t>， 求树上所有长度为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的简单路径中权值最大</a:t>
            </a:r>
            <a:r>
              <a:rPr lang="zh-CN" altLang="en-US" dirty="0" smtClean="0"/>
              <a:t>的是</a:t>
            </a:r>
            <a:r>
              <a:rPr lang="zh-CN" altLang="en-US" dirty="0"/>
              <a:t>多少。如果不存在长度为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的路径，则第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行输出 </a:t>
            </a:r>
            <a:r>
              <a:rPr lang="en-US" altLang="zh-CN" dirty="0"/>
              <a:t>0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对于 </a:t>
            </a:r>
            <a:r>
              <a:rPr lang="en-US" altLang="zh-CN" dirty="0"/>
              <a:t>30%</a:t>
            </a:r>
            <a:r>
              <a:rPr lang="zh-CN" altLang="en-US" dirty="0"/>
              <a:t>的数据， </a:t>
            </a:r>
            <a:r>
              <a:rPr lang="en-US" altLang="zh-CN" dirty="0"/>
              <a:t>n≤1000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对于额外 </a:t>
            </a:r>
            <a:r>
              <a:rPr lang="en-US" altLang="zh-CN" dirty="0"/>
              <a:t>30%</a:t>
            </a:r>
            <a:r>
              <a:rPr lang="zh-CN" altLang="en-US" dirty="0"/>
              <a:t>的数据， </a:t>
            </a:r>
            <a:r>
              <a:rPr lang="en-US" altLang="zh-CN" dirty="0"/>
              <a:t>w≤100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对于 </a:t>
            </a:r>
            <a:r>
              <a:rPr lang="en-US" altLang="zh-CN" dirty="0"/>
              <a:t>100%</a:t>
            </a:r>
            <a:r>
              <a:rPr lang="zh-CN" altLang="en-US" dirty="0"/>
              <a:t>的数据， </a:t>
            </a:r>
            <a:r>
              <a:rPr lang="en-US" altLang="zh-CN" dirty="0"/>
              <a:t>n≤4*10^5</a:t>
            </a:r>
            <a:r>
              <a:rPr lang="zh-CN" altLang="en-US" dirty="0"/>
              <a:t>， </a:t>
            </a:r>
            <a:r>
              <a:rPr lang="en-US" altLang="zh-CN" dirty="0"/>
              <a:t>1≤u,v≤n</a:t>
            </a:r>
            <a:r>
              <a:rPr lang="zh-CN" altLang="en-US" dirty="0"/>
              <a:t>， </a:t>
            </a:r>
            <a:r>
              <a:rPr lang="en-US" altLang="zh-CN" dirty="0"/>
              <a:t>w≤</a:t>
            </a:r>
            <a:r>
              <a:rPr lang="en-US" altLang="zh-CN" dirty="0" smtClean="0"/>
              <a:t>10^6</a:t>
            </a:r>
            <a:r>
              <a:rPr lang="zh-CN" altLang="en-US" dirty="0" smtClean="0"/>
              <a:t>。</a:t>
            </a:r>
            <a:r>
              <a:rPr lang="zh-CN" altLang="en-US" dirty="0"/>
              <a:t/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740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30</a:t>
            </a:r>
            <a:r>
              <a:rPr lang="zh-CN" altLang="en-US" dirty="0" smtClean="0"/>
              <a:t>分的方法比较简单，直接从每个点开始</a:t>
            </a:r>
            <a:r>
              <a:rPr lang="en-US" altLang="zh-CN" dirty="0" err="1" smtClean="0"/>
              <a:t>bfs</a:t>
            </a:r>
            <a:r>
              <a:rPr lang="zh-CN" altLang="en-US" dirty="0"/>
              <a:t>求</a:t>
            </a:r>
            <a:r>
              <a:rPr lang="zh-CN" altLang="en-US" dirty="0" smtClean="0"/>
              <a:t>出每条路径的</a:t>
            </a:r>
            <a:r>
              <a:rPr lang="en-US" altLang="zh-CN" dirty="0" err="1" smtClean="0"/>
              <a:t>gcd</a:t>
            </a:r>
            <a:r>
              <a:rPr lang="zh-CN" altLang="en-US" dirty="0" smtClean="0"/>
              <a:t>，直接更新答案即可。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60</a:t>
            </a:r>
            <a:r>
              <a:rPr lang="zh-CN" altLang="en-US" dirty="0" smtClean="0"/>
              <a:t>分的话，可以枚举路径的</a:t>
            </a:r>
            <a:r>
              <a:rPr lang="en-US" altLang="zh-CN" dirty="0" err="1" smtClean="0"/>
              <a:t>gcd</a:t>
            </a:r>
            <a:r>
              <a:rPr lang="zh-CN" altLang="en-US" dirty="0" smtClean="0"/>
              <a:t>，那么只有是这个数的倍数的边才会出现在路径中，那么我们可以只保留这些边，再对剩下的图求最长链即可。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100</a:t>
            </a:r>
            <a:r>
              <a:rPr lang="zh-CN" altLang="en-US" dirty="0" smtClean="0"/>
              <a:t>分的话再在上面优化即可，我们可以直接忽略那些没有边的连通块即可。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8275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11.8 travel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CN" altLang="en-US" dirty="0"/>
              <a:t>给定一个长度为 </a:t>
            </a:r>
            <a:r>
              <a:rPr lang="en-US" altLang="zh-CN" dirty="0"/>
              <a:t>n </a:t>
            </a:r>
            <a:r>
              <a:rPr lang="zh-CN" altLang="en-US" dirty="0"/>
              <a:t>的格子序列 </a:t>
            </a:r>
            <a:r>
              <a:rPr lang="en-US" altLang="zh-CN" dirty="0"/>
              <a:t>x1,x2,...,</a:t>
            </a:r>
            <a:r>
              <a:rPr lang="en-US" altLang="zh-CN" dirty="0" err="1"/>
              <a:t>xn</a:t>
            </a:r>
            <a:r>
              <a:rPr lang="zh-CN" altLang="en-US" dirty="0"/>
              <a:t>。每一次 </a:t>
            </a:r>
            <a:r>
              <a:rPr lang="en-US" altLang="zh-CN" dirty="0" err="1"/>
              <a:t>Lyra</a:t>
            </a:r>
            <a:r>
              <a:rPr lang="en-US" altLang="zh-CN" dirty="0"/>
              <a:t> </a:t>
            </a:r>
            <a:r>
              <a:rPr lang="zh-CN" altLang="en-US" dirty="0"/>
              <a:t>可以选</a:t>
            </a:r>
            <a:br>
              <a:rPr lang="zh-CN" altLang="en-US" dirty="0"/>
            </a:br>
            <a:r>
              <a:rPr lang="zh-CN" altLang="en-US" dirty="0"/>
              <a:t>择向左跳到任意一个还没到过的位置，也可以向右跳到任意一个还</a:t>
            </a:r>
            <a:br>
              <a:rPr lang="zh-CN" altLang="en-US" dirty="0"/>
            </a:br>
            <a:r>
              <a:rPr lang="zh-CN" altLang="en-US" dirty="0"/>
              <a:t>没到过的位置。如果现在 </a:t>
            </a:r>
            <a:r>
              <a:rPr lang="en-US" altLang="zh-CN" dirty="0" err="1"/>
              <a:t>Lyra</a:t>
            </a:r>
            <a:r>
              <a:rPr lang="en-US" altLang="zh-CN" dirty="0"/>
              <a:t> </a:t>
            </a:r>
            <a:r>
              <a:rPr lang="zh-CN" altLang="en-US" dirty="0"/>
              <a:t>在格子 </a:t>
            </a:r>
            <a:r>
              <a:rPr lang="en-US" altLang="zh-CN" dirty="0" err="1"/>
              <a:t>i</a:t>
            </a:r>
            <a:r>
              <a:rPr lang="zh-CN" altLang="en-US" dirty="0"/>
              <a:t>，她下一步跳向格子 </a:t>
            </a:r>
            <a:r>
              <a:rPr lang="en-US" altLang="zh-CN" dirty="0"/>
              <a:t>j</a:t>
            </a:r>
            <a:r>
              <a:rPr lang="zh-CN" altLang="en-US" dirty="0"/>
              <a:t>，那</a:t>
            </a:r>
            <a:br>
              <a:rPr lang="zh-CN" altLang="en-US" dirty="0"/>
            </a:br>
            <a:r>
              <a:rPr lang="zh-CN" altLang="en-US" dirty="0"/>
              <a:t>么这次跳跃的花费为</a:t>
            </a:r>
            <a:r>
              <a:rPr lang="en-US" altLang="zh-CN" dirty="0"/>
              <a:t>|xi-</a:t>
            </a:r>
            <a:r>
              <a:rPr lang="en-US" altLang="zh-CN" dirty="0" err="1"/>
              <a:t>xj</a:t>
            </a:r>
            <a:r>
              <a:rPr lang="en-US" altLang="zh-CN" dirty="0"/>
              <a:t>|</a:t>
            </a:r>
            <a:r>
              <a:rPr lang="zh-CN" altLang="en-US" dirty="0"/>
              <a:t>。 注意，跳意味着格子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和格子 </a:t>
            </a:r>
            <a:r>
              <a:rPr lang="en-US" altLang="zh-CN" dirty="0"/>
              <a:t>j </a:t>
            </a:r>
            <a:r>
              <a:rPr lang="zh-CN" altLang="en-US" dirty="0"/>
              <a:t>中间</a:t>
            </a:r>
            <a:br>
              <a:rPr lang="zh-CN" altLang="en-US" dirty="0"/>
            </a:br>
            <a:r>
              <a:rPr lang="zh-CN" altLang="en-US" dirty="0"/>
              <a:t>其他的格子都不会被这次跳跃影响。并且， </a:t>
            </a:r>
            <a:r>
              <a:rPr lang="en-US" altLang="zh-CN" dirty="0" err="1"/>
              <a:t>Lyra</a:t>
            </a:r>
            <a:r>
              <a:rPr lang="en-US" altLang="zh-CN" dirty="0"/>
              <a:t> </a:t>
            </a:r>
            <a:r>
              <a:rPr lang="zh-CN" altLang="en-US" dirty="0"/>
              <a:t>不应该跳出边界。</a:t>
            </a:r>
            <a:br>
              <a:rPr lang="zh-CN" altLang="en-US" dirty="0"/>
            </a:br>
            <a:r>
              <a:rPr lang="en-US" altLang="zh-CN" dirty="0" err="1"/>
              <a:t>Lyra</a:t>
            </a:r>
            <a:r>
              <a:rPr lang="en-US" altLang="zh-CN" dirty="0"/>
              <a:t> </a:t>
            </a:r>
            <a:r>
              <a:rPr lang="zh-CN" altLang="en-US" dirty="0"/>
              <a:t>的初始位置在格子 </a:t>
            </a:r>
            <a:r>
              <a:rPr lang="en-US" altLang="zh-CN" dirty="0"/>
              <a:t>s</a:t>
            </a:r>
            <a:r>
              <a:rPr lang="zh-CN" altLang="en-US" dirty="0"/>
              <a:t>。 </a:t>
            </a:r>
            <a:r>
              <a:rPr lang="en-US" altLang="zh-CN" dirty="0" err="1"/>
              <a:t>Lyra</a:t>
            </a:r>
            <a:r>
              <a:rPr lang="en-US" altLang="zh-CN" dirty="0"/>
              <a:t> </a:t>
            </a:r>
            <a:r>
              <a:rPr lang="zh-CN" altLang="en-US" dirty="0"/>
              <a:t>将会在到访过所有格子恰好一</a:t>
            </a:r>
            <a:br>
              <a:rPr lang="zh-CN" altLang="en-US" dirty="0"/>
            </a:br>
            <a:r>
              <a:rPr lang="zh-CN" altLang="en-US" dirty="0"/>
              <a:t>次之后，在某个位置停下来，这样就完成了任务。</a:t>
            </a:r>
            <a:br>
              <a:rPr lang="zh-CN" altLang="en-US" dirty="0"/>
            </a:br>
            <a:r>
              <a:rPr lang="en-US" altLang="zh-CN" dirty="0" err="1"/>
              <a:t>Lyra</a:t>
            </a:r>
            <a:r>
              <a:rPr lang="en-US" altLang="zh-CN" dirty="0"/>
              <a:t> </a:t>
            </a:r>
            <a:r>
              <a:rPr lang="zh-CN" altLang="en-US" dirty="0"/>
              <a:t>想知道如果她一共向左跳了 </a:t>
            </a:r>
            <a:r>
              <a:rPr lang="en-US" altLang="zh-CN" dirty="0"/>
              <a:t>L </a:t>
            </a:r>
            <a:r>
              <a:rPr lang="zh-CN" altLang="en-US" dirty="0"/>
              <a:t>次，那么她要完成任务的最</a:t>
            </a:r>
            <a:br>
              <a:rPr lang="zh-CN" altLang="en-US" dirty="0"/>
            </a:br>
            <a:r>
              <a:rPr lang="zh-CN" altLang="en-US" dirty="0"/>
              <a:t>小总花费是多少，并希望你输出任意一种花费最小的方案。显然如</a:t>
            </a:r>
            <a:br>
              <a:rPr lang="zh-CN" altLang="en-US" dirty="0"/>
            </a:br>
            <a:r>
              <a:rPr lang="zh-CN" altLang="en-US" dirty="0"/>
              <a:t>果 </a:t>
            </a:r>
            <a:r>
              <a:rPr lang="en-US" altLang="zh-CN" dirty="0" err="1"/>
              <a:t>Lyra</a:t>
            </a:r>
            <a:r>
              <a:rPr lang="en-US" altLang="zh-CN" dirty="0"/>
              <a:t> </a:t>
            </a:r>
            <a:r>
              <a:rPr lang="zh-CN" altLang="en-US" dirty="0"/>
              <a:t>向左走了 </a:t>
            </a:r>
            <a:r>
              <a:rPr lang="en-US" altLang="zh-CN" dirty="0"/>
              <a:t>L </a:t>
            </a:r>
            <a:r>
              <a:rPr lang="zh-CN" altLang="en-US" dirty="0"/>
              <a:t>次，那一定会向右走 </a:t>
            </a:r>
            <a:r>
              <a:rPr lang="en-US" altLang="zh-CN" dirty="0"/>
              <a:t>n-L-l </a:t>
            </a:r>
            <a:r>
              <a:rPr lang="zh-CN" altLang="en-US" dirty="0"/>
              <a:t>次。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427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测试点 </a:t>
            </a:r>
            <a:r>
              <a:rPr lang="en-US" altLang="zh-CN" dirty="0"/>
              <a:t>1~2</a:t>
            </a:r>
            <a:r>
              <a:rPr lang="zh-CN" altLang="en-US" dirty="0"/>
              <a:t>， </a:t>
            </a:r>
            <a:r>
              <a:rPr lang="en-US" altLang="zh-CN" dirty="0"/>
              <a:t>n≤8</a:t>
            </a:r>
            <a:r>
              <a:rPr lang="zh-CN" altLang="en-US" dirty="0"/>
              <a:t>， </a:t>
            </a:r>
            <a:r>
              <a:rPr lang="en-US" altLang="zh-CN" dirty="0"/>
              <a:t>0≤xi</a:t>
            </a:r>
            <a:r>
              <a:rPr lang="zh-CN" altLang="en-US" dirty="0"/>
              <a:t>≤</a:t>
            </a:r>
            <a:r>
              <a:rPr lang="en-US" altLang="zh-CN" dirty="0"/>
              <a:t>10^9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测试点 </a:t>
            </a:r>
            <a:r>
              <a:rPr lang="en-US" altLang="zh-CN" dirty="0"/>
              <a:t>3~8</a:t>
            </a:r>
            <a:r>
              <a:rPr lang="zh-CN" altLang="en-US" dirty="0"/>
              <a:t>， </a:t>
            </a:r>
            <a:r>
              <a:rPr lang="en-US" altLang="zh-CN" dirty="0"/>
              <a:t>n≤20</a:t>
            </a:r>
            <a:r>
              <a:rPr lang="zh-CN" altLang="en-US" dirty="0"/>
              <a:t>， </a:t>
            </a:r>
            <a:r>
              <a:rPr lang="en-US" altLang="zh-CN" dirty="0"/>
              <a:t>0≤xi</a:t>
            </a:r>
            <a:r>
              <a:rPr lang="zh-CN" altLang="en-US" dirty="0"/>
              <a:t>≤</a:t>
            </a:r>
            <a:r>
              <a:rPr lang="en-US" altLang="zh-CN" dirty="0"/>
              <a:t>10^9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测试点 </a:t>
            </a:r>
            <a:r>
              <a:rPr lang="en-US" altLang="zh-CN" dirty="0"/>
              <a:t>9~10</a:t>
            </a:r>
            <a:r>
              <a:rPr lang="zh-CN" altLang="en-US" dirty="0"/>
              <a:t>， </a:t>
            </a:r>
            <a:r>
              <a:rPr lang="en-US" altLang="zh-CN" dirty="0"/>
              <a:t>n≤2*10^5</a:t>
            </a:r>
            <a:r>
              <a:rPr lang="zh-CN" altLang="en-US" dirty="0"/>
              <a:t>， </a:t>
            </a:r>
            <a:r>
              <a:rPr lang="en-US" altLang="zh-CN" dirty="0"/>
              <a:t>xi=</a:t>
            </a:r>
            <a:r>
              <a:rPr lang="en-US" altLang="zh-CN" dirty="0" err="1"/>
              <a:t>i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测试点 </a:t>
            </a:r>
            <a:r>
              <a:rPr lang="en-US" altLang="zh-CN" dirty="0"/>
              <a:t>11~20</a:t>
            </a:r>
            <a:r>
              <a:rPr lang="zh-CN" altLang="en-US" dirty="0"/>
              <a:t>， </a:t>
            </a:r>
            <a:r>
              <a:rPr lang="en-US" altLang="zh-CN" dirty="0"/>
              <a:t>n≤2*10^5</a:t>
            </a:r>
            <a:r>
              <a:rPr lang="zh-CN" altLang="en-US" dirty="0"/>
              <a:t>， </a:t>
            </a:r>
            <a:r>
              <a:rPr lang="en-US" altLang="zh-CN" dirty="0"/>
              <a:t>0≤xi</a:t>
            </a:r>
            <a:r>
              <a:rPr lang="zh-CN" altLang="en-US" dirty="0"/>
              <a:t>≤</a:t>
            </a:r>
            <a:r>
              <a:rPr lang="en-US" altLang="zh-CN" dirty="0"/>
              <a:t>10^9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对于所有数据，都满足 </a:t>
            </a:r>
            <a:r>
              <a:rPr lang="en-US" altLang="zh-CN" dirty="0"/>
              <a:t>x1&lt;x2&lt;...&lt;xn-1&lt;</a:t>
            </a:r>
            <a:r>
              <a:rPr lang="en-US" altLang="zh-CN" dirty="0" err="1"/>
              <a:t>xn</a:t>
            </a:r>
            <a:r>
              <a:rPr lang="zh-CN" altLang="en-US" dirty="0"/>
              <a:t>， </a:t>
            </a:r>
            <a:r>
              <a:rPr lang="en-US" altLang="zh-CN" dirty="0"/>
              <a:t>1≤s≤n</a:t>
            </a:r>
            <a:r>
              <a:rPr lang="zh-CN" altLang="en-US" dirty="0"/>
              <a:t>， </a:t>
            </a:r>
            <a:r>
              <a:rPr lang="en-US" altLang="zh-CN" dirty="0"/>
              <a:t>0≤L≤</a:t>
            </a:r>
            <a:r>
              <a:rPr lang="en-US" altLang="zh-CN" dirty="0" smtClean="0"/>
              <a:t>n-1</a:t>
            </a:r>
            <a:r>
              <a:rPr lang="zh-CN" altLang="en-US" dirty="0"/>
              <a:t>。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1215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10</a:t>
            </a:r>
            <a:r>
              <a:rPr lang="zh-CN" altLang="en-US" dirty="0" smtClean="0"/>
              <a:t>分算法就是直接搜索下一个格子是什么。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如果直接加上记忆化的话，可以得到</a:t>
            </a:r>
            <a:r>
              <a:rPr lang="en-US" altLang="zh-CN" dirty="0" smtClean="0"/>
              <a:t>40</a:t>
            </a:r>
            <a:r>
              <a:rPr lang="zh-CN" altLang="en-US" dirty="0" smtClean="0"/>
              <a:t>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6278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11.9 sequence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019" y="1825625"/>
            <a:ext cx="10129039" cy="134211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019" y="3439886"/>
            <a:ext cx="5837381" cy="159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410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 smtClean="0"/>
                  <a:t>30</a:t>
                </a:r>
                <a:r>
                  <a:rPr lang="zh-CN" altLang="en-US" dirty="0" smtClean="0"/>
                  <a:t>分算法显然可以直接枚举</a:t>
                </a:r>
                <a:r>
                  <a:rPr lang="en-US" altLang="zh-CN" dirty="0" smtClean="0"/>
                  <a:t>k</a:t>
                </a:r>
                <a:r>
                  <a:rPr lang="zh-CN" altLang="en-US" dirty="0" smtClean="0"/>
                  <a:t>，再来判断对于所有的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=1</a:t>
                </a:r>
                <a:r>
                  <a:rPr lang="zh-CN" altLang="en-US" dirty="0" smtClean="0"/>
                  <a:t>是不是都满足。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我们考虑把式子变形</a:t>
                </a:r>
                <a:r>
                  <a:rPr lang="zh-CN" altLang="en-US" dirty="0"/>
                  <a:t>。</a:t>
                </a:r>
                <a:endParaRPr lang="en-US" altLang="zh-CN" b="0" i="0" dirty="0" smtClean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endParaRPr lang="en-US" altLang="zh-CN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j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altLang="zh-CN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如果对于所有的</a:t>
                </a:r>
                <a:r>
                  <a:rPr lang="en-US" altLang="zh-CN" dirty="0" smtClean="0"/>
                  <a:t>i+1=j</a:t>
                </a:r>
                <a:r>
                  <a:rPr lang="zh-CN" altLang="en-US" dirty="0" smtClean="0"/>
                  <a:t>的情况都满足，那么对于所有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 smtClean="0"/>
                  <a:t>的情况都满足，那么问题就变成了问</a:t>
                </a:r>
                <a:r>
                  <a:rPr lang="en-US" altLang="zh-CN" dirty="0" smtClean="0"/>
                  <a:t>B</a:t>
                </a:r>
                <a:r>
                  <a:rPr lang="zh-CN" altLang="en-US" dirty="0" smtClean="0"/>
                  <a:t>的差分数组在</a:t>
                </a:r>
                <a:r>
                  <a:rPr lang="en-US" altLang="zh-CN" dirty="0" smtClean="0"/>
                  <a:t>A</a:t>
                </a:r>
                <a:r>
                  <a:rPr lang="zh-CN" altLang="en-US" dirty="0" smtClean="0"/>
                  <a:t>的差分数组中出现的多少次，直接用</a:t>
                </a:r>
                <a:r>
                  <a:rPr lang="en-US" altLang="zh-CN" dirty="0" smtClean="0"/>
                  <a:t>KMP</a:t>
                </a:r>
                <a:r>
                  <a:rPr lang="zh-CN" altLang="en-US" dirty="0" smtClean="0"/>
                  <a:t>就可以解决。</a:t>
                </a:r>
                <a:endParaRPr lang="en-US" altLang="zh-CN" dirty="0"/>
              </a:p>
              <a:p>
                <a:endParaRPr lang="en-US" altLang="zh-CN" b="0" dirty="0" smtClean="0"/>
              </a:p>
              <a:p>
                <a:endParaRPr lang="en-US" altLang="zh-CN" dirty="0" smtClean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619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11.9 calculate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00" y="1825625"/>
            <a:ext cx="10501200" cy="23966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22295"/>
            <a:ext cx="9089571" cy="21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453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考虑如何获得</a:t>
            </a:r>
            <a:r>
              <a:rPr lang="en-US" altLang="zh-CN" dirty="0" smtClean="0"/>
              <a:t>30</a:t>
            </a:r>
            <a:r>
              <a:rPr lang="zh-CN" altLang="en-US" dirty="0" smtClean="0"/>
              <a:t>分。</a:t>
            </a:r>
            <a:endParaRPr lang="en-US" altLang="zh-CN" dirty="0" smtClean="0"/>
          </a:p>
          <a:p>
            <a:r>
              <a:rPr lang="zh-CN" altLang="en-US" dirty="0" smtClean="0"/>
              <a:t>显然对于</a:t>
            </a:r>
            <a:r>
              <a:rPr lang="en-US" altLang="zh-CN" dirty="0" smtClean="0"/>
              <a:t>1,2</a:t>
            </a:r>
            <a:r>
              <a:rPr lang="zh-CN" altLang="en-US" dirty="0" smtClean="0"/>
              <a:t>的修改操作可以暴力修改。</a:t>
            </a:r>
            <a:endParaRPr lang="en-US" altLang="zh-CN" dirty="0" smtClean="0"/>
          </a:p>
          <a:p>
            <a:r>
              <a:rPr lang="zh-CN" altLang="en-US" dirty="0" smtClean="0"/>
              <a:t>那么现在就是怎么求</a:t>
            </a:r>
            <a:r>
              <a:rPr lang="en-US" altLang="zh-CN" dirty="0" smtClean="0"/>
              <a:t>3</a:t>
            </a:r>
            <a:r>
              <a:rPr lang="zh-CN" altLang="en-US" dirty="0" smtClean="0"/>
              <a:t>操作的解。</a:t>
            </a:r>
            <a:endParaRPr lang="en-US" altLang="zh-CN" dirty="0" smtClean="0"/>
          </a:p>
          <a:p>
            <a:r>
              <a:rPr lang="zh-CN" altLang="en-US" dirty="0" smtClean="0"/>
              <a:t>我们可以发现</a:t>
            </a:r>
            <a:r>
              <a:rPr lang="en-US" altLang="zh-CN" dirty="0" smtClean="0"/>
              <a:t>S(T)</a:t>
            </a:r>
            <a:r>
              <a:rPr lang="zh-CN" altLang="en-US" dirty="0" smtClean="0"/>
              <a:t>函数具有单调不递减的性质，然后问题又是求</a:t>
            </a:r>
            <a:r>
              <a:rPr lang="en-US" altLang="zh-CN" dirty="0" smtClean="0"/>
              <a:t>S(T)</a:t>
            </a:r>
            <a:r>
              <a:rPr lang="zh-CN" altLang="en-US" dirty="0" smtClean="0"/>
              <a:t>≥</a:t>
            </a:r>
            <a:r>
              <a:rPr lang="en-US" altLang="zh-CN" dirty="0" smtClean="0"/>
              <a:t>K</a:t>
            </a:r>
            <a:r>
              <a:rPr lang="zh-CN" altLang="en-US" dirty="0" smtClean="0"/>
              <a:t>的最小解，所以可以二分</a:t>
            </a:r>
            <a:r>
              <a:rPr lang="en-US" altLang="zh-CN" dirty="0" smtClean="0"/>
              <a:t>T</a:t>
            </a:r>
            <a:r>
              <a:rPr lang="zh-CN" altLang="en-US" dirty="0" smtClean="0"/>
              <a:t>来求解。</a:t>
            </a:r>
            <a:endParaRPr lang="en-US" altLang="zh-CN" dirty="0" smtClean="0"/>
          </a:p>
          <a:p>
            <a:r>
              <a:rPr lang="zh-CN" altLang="en-US" b="0" dirty="0" smtClean="0">
                <a:ea typeface="Cambria Math" panose="02040503050406030204" pitchFamily="18" charset="0"/>
              </a:rPr>
              <a:t>要注意的是取下整函数在值为负数时需要特殊判断。</a:t>
            </a:r>
            <a:endParaRPr lang="en-US" altLang="zh-CN" b="0" dirty="0" smtClean="0"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1770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11.10 matrix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390476" cy="148571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311339"/>
            <a:ext cx="8847619" cy="2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233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</a:t>
            </a:r>
            <a:r>
              <a:rPr lang="zh-CN" altLang="en-US" dirty="0" smtClean="0"/>
              <a:t>分算法可以把</a:t>
            </a:r>
            <a:r>
              <a:rPr lang="en-US" altLang="zh-CN" dirty="0" smtClean="0"/>
              <a:t>n*m</a:t>
            </a:r>
            <a:r>
              <a:rPr lang="zh-CN" altLang="en-US" dirty="0" smtClean="0"/>
              <a:t>个数全部找出来再排序即可。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因为问题具有可二分性，那么问题就是判断有多少个数小于等于</a:t>
            </a:r>
            <a:r>
              <a:rPr lang="en-US" altLang="zh-CN" dirty="0" smtClean="0"/>
              <a:t>mid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显然可以对于每一行分别考虑最后求和即可，对于第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行，小于等于</a:t>
            </a:r>
            <a:r>
              <a:rPr lang="en-US" altLang="zh-CN" dirty="0" smtClean="0"/>
              <a:t>mid</a:t>
            </a:r>
            <a:r>
              <a:rPr lang="zh-CN" altLang="en-US" dirty="0" smtClean="0"/>
              <a:t>的数的个数是</a:t>
            </a:r>
            <a:r>
              <a:rPr lang="en-US" altLang="zh-CN" dirty="0" smtClean="0"/>
              <a:t>min(mid/</a:t>
            </a:r>
            <a:r>
              <a:rPr lang="en-US" altLang="zh-CN" dirty="0" err="1" smtClean="0"/>
              <a:t>i,m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。这样可以复杂度是</a:t>
            </a:r>
            <a:r>
              <a:rPr lang="en-US" altLang="zh-CN" dirty="0" smtClean="0"/>
              <a:t>O(n^2)</a:t>
            </a:r>
            <a:r>
              <a:rPr lang="zh-CN" altLang="en-US" dirty="0" smtClean="0"/>
              <a:t>的。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36405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11.10 group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87771"/>
            <a:ext cx="5007429" cy="151373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0453"/>
            <a:ext cx="10920423" cy="1012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540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</a:t>
            </a:r>
            <a:r>
              <a:rPr lang="zh-CN" altLang="en-US" dirty="0" smtClean="0"/>
              <a:t>分算法，可以直接搜索每一组的元素，再计算即可。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考虑另外</a:t>
            </a:r>
            <a:r>
              <a:rPr lang="en-US" altLang="zh-CN" dirty="0" smtClean="0"/>
              <a:t>20</a:t>
            </a:r>
            <a:r>
              <a:rPr lang="zh-CN" altLang="en-US" dirty="0" smtClean="0"/>
              <a:t>分</a:t>
            </a:r>
            <a:r>
              <a:rPr lang="en-US" altLang="zh-CN" dirty="0" smtClean="0"/>
              <a:t>k=0</a:t>
            </a:r>
            <a:r>
              <a:rPr lang="zh-CN" altLang="en-US" dirty="0" smtClean="0"/>
              <a:t>的部分。</a:t>
            </a:r>
            <a:endParaRPr lang="en-US" altLang="zh-CN" dirty="0" smtClean="0"/>
          </a:p>
          <a:p>
            <a:r>
              <a:rPr lang="zh-CN" altLang="en-US" dirty="0" smtClean="0"/>
              <a:t>因为</a:t>
            </a:r>
            <a:r>
              <a:rPr lang="en-US" altLang="zh-CN" dirty="0" smtClean="0"/>
              <a:t>k=0</a:t>
            </a:r>
            <a:r>
              <a:rPr lang="zh-CN" altLang="en-US" dirty="0" smtClean="0"/>
              <a:t>，那么只有相同的数才能在一个集合中，那么可以用</a:t>
            </a:r>
            <a:r>
              <a:rPr lang="en-US" altLang="zh-CN" dirty="0" err="1" smtClean="0"/>
              <a:t>f_i</a:t>
            </a:r>
            <a:r>
              <a:rPr lang="zh-CN" altLang="en-US" dirty="0" smtClean="0"/>
              <a:t>来表示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个相同的数的分配方案数。</a:t>
            </a:r>
            <a:endParaRPr lang="en-US" altLang="zh-CN" dirty="0" smtClean="0"/>
          </a:p>
          <a:p>
            <a:r>
              <a:rPr lang="en-US" altLang="zh-CN" dirty="0" err="1" smtClean="0"/>
              <a:t>f_i</a:t>
            </a:r>
            <a:r>
              <a:rPr lang="zh-CN" altLang="en-US" dirty="0" smtClean="0"/>
              <a:t>怎么求？可以用</a:t>
            </a:r>
            <a:r>
              <a:rPr lang="en-US" altLang="zh-CN" dirty="0" err="1" smtClean="0"/>
              <a:t>g_i,j</a:t>
            </a:r>
            <a:r>
              <a:rPr lang="zh-CN" altLang="en-US" dirty="0" smtClean="0"/>
              <a:t>表示用了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个数并且最大的集合大小小于等于</a:t>
            </a:r>
            <a:r>
              <a:rPr lang="en-US" altLang="zh-CN" dirty="0" smtClean="0"/>
              <a:t>j</a:t>
            </a:r>
            <a:r>
              <a:rPr lang="zh-CN" altLang="en-US" dirty="0" smtClean="0"/>
              <a:t>的方案数，显然</a:t>
            </a:r>
            <a:r>
              <a:rPr lang="en-US" altLang="zh-CN" dirty="0" err="1" smtClean="0"/>
              <a:t>g_i,j</a:t>
            </a:r>
            <a:r>
              <a:rPr lang="en-US" altLang="zh-CN" dirty="0" smtClean="0"/>
              <a:t>=g_i-j,j+g_i,j-1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172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11.10 </a:t>
            </a:r>
            <a:r>
              <a:rPr lang="en-US" altLang="zh-CN" dirty="0" err="1" smtClean="0"/>
              <a:t>lcps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YJC </a:t>
            </a:r>
            <a:r>
              <a:rPr lang="zh-CN" altLang="en-US" dirty="0"/>
              <a:t>最近在学习字符串的有关知识。 今天， 他遇到了这么一个概念： 最长公共回文</a:t>
            </a:r>
            <a:r>
              <a:rPr lang="zh-CN" altLang="en-US" dirty="0" smtClean="0"/>
              <a:t>子序列</a:t>
            </a:r>
            <a:r>
              <a:rPr lang="zh-CN" altLang="en-US" dirty="0"/>
              <a:t>。 一个序列 </a:t>
            </a:r>
            <a:r>
              <a:rPr lang="en-US" altLang="zh-CN" dirty="0"/>
              <a:t>S</a:t>
            </a:r>
            <a:r>
              <a:rPr lang="zh-CN" altLang="en-US" dirty="0" smtClean="0"/>
              <a:t>，如果 </a:t>
            </a:r>
            <a:r>
              <a:rPr lang="en-US" altLang="zh-CN" dirty="0"/>
              <a:t>S </a:t>
            </a:r>
            <a:r>
              <a:rPr lang="zh-CN" altLang="en-US" dirty="0"/>
              <a:t>是回文的且分别是两个或多个已知序列的子序列， 且是所有</a:t>
            </a:r>
            <a:r>
              <a:rPr lang="zh-CN" altLang="en-US" dirty="0" smtClean="0"/>
              <a:t>符合</a:t>
            </a:r>
            <a:r>
              <a:rPr lang="zh-CN" altLang="en-US" dirty="0"/>
              <a:t>此条件序列中最长的， 则 </a:t>
            </a:r>
            <a:r>
              <a:rPr lang="en-US" altLang="zh-CN" dirty="0"/>
              <a:t>S </a:t>
            </a:r>
            <a:r>
              <a:rPr lang="zh-CN" altLang="en-US" dirty="0"/>
              <a:t>称为已知序列的最长公共回文子序列。 </a:t>
            </a:r>
            <a:r>
              <a:rPr lang="en-US" altLang="zh-CN" dirty="0"/>
              <a:t>YJC </a:t>
            </a:r>
            <a:r>
              <a:rPr lang="zh-CN" altLang="en-US" dirty="0"/>
              <a:t>很聪明， 他</a:t>
            </a:r>
            <a:r>
              <a:rPr lang="zh-CN" altLang="en-US" dirty="0" smtClean="0"/>
              <a:t>很快就</a:t>
            </a:r>
            <a:r>
              <a:rPr lang="zh-CN" altLang="en-US" dirty="0"/>
              <a:t>学会了如何求最长公共回文子序列。 他现在想把问题规模扩大一些， 于是他提出了这么</a:t>
            </a:r>
            <a:r>
              <a:rPr lang="zh-CN" altLang="en-US" dirty="0" smtClean="0"/>
              <a:t>一个</a:t>
            </a:r>
            <a:r>
              <a:rPr lang="zh-CN" altLang="en-US" dirty="0"/>
              <a:t>问题： 给一个长度为 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</a:t>
            </a:r>
            <a:r>
              <a:rPr lang="zh-CN" altLang="en-US" dirty="0"/>
              <a:t>字符串 </a:t>
            </a:r>
            <a:r>
              <a:rPr lang="en-US" altLang="zh-CN" dirty="0"/>
              <a:t>a </a:t>
            </a:r>
            <a:r>
              <a:rPr lang="zh-CN" altLang="en-US" dirty="0"/>
              <a:t>和一个长度为 </a:t>
            </a:r>
            <a:r>
              <a:rPr lang="en-US" altLang="zh-CN" dirty="0" smtClean="0"/>
              <a:t>m</a:t>
            </a:r>
            <a:r>
              <a:rPr lang="zh-CN" altLang="en-US" dirty="0" smtClean="0"/>
              <a:t>的</a:t>
            </a:r>
            <a:r>
              <a:rPr lang="zh-CN" altLang="en-US" dirty="0"/>
              <a:t>字符串 </a:t>
            </a:r>
            <a:r>
              <a:rPr lang="en-US" altLang="zh-CN" dirty="0"/>
              <a:t>b</a:t>
            </a:r>
            <a:r>
              <a:rPr lang="zh-CN" altLang="en-US" dirty="0" smtClean="0"/>
              <a:t>，求 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的最长公共回文子序列的长度。 </a:t>
            </a:r>
            <a:r>
              <a:rPr lang="en-US" altLang="zh-CN" dirty="0"/>
              <a:t>YJC </a:t>
            </a:r>
            <a:r>
              <a:rPr lang="zh-CN" altLang="en-US" dirty="0"/>
              <a:t>发现他不会做了， 于是他来问你这个</a:t>
            </a:r>
            <a:r>
              <a:rPr lang="zh-CN" altLang="en-US" dirty="0" smtClean="0"/>
              <a:t>问题的。</a:t>
            </a:r>
            <a:endParaRPr lang="en-US" altLang="zh-CN" dirty="0" smtClean="0"/>
          </a:p>
          <a:p>
            <a:r>
              <a:rPr lang="zh-CN" altLang="en-US" dirty="0"/>
              <a:t>对于 </a:t>
            </a:r>
            <a:r>
              <a:rPr lang="en-US" altLang="zh-CN" dirty="0"/>
              <a:t>50%</a:t>
            </a:r>
            <a:r>
              <a:rPr lang="zh-CN" altLang="en-US" dirty="0"/>
              <a:t>的数据， 满足 </a:t>
            </a:r>
            <a:r>
              <a:rPr lang="en-US" altLang="zh-CN" dirty="0"/>
              <a:t>1≤n≤100</a:t>
            </a:r>
            <a:r>
              <a:rPr lang="zh-CN" altLang="en-US" dirty="0"/>
              <a:t>。</a:t>
            </a:r>
            <a:br>
              <a:rPr lang="zh-CN" altLang="en-US" dirty="0"/>
            </a:br>
            <a:r>
              <a:rPr lang="zh-CN" altLang="en-US" dirty="0"/>
              <a:t>对于 </a:t>
            </a:r>
            <a:r>
              <a:rPr lang="en-US" altLang="zh-CN" dirty="0"/>
              <a:t>100%</a:t>
            </a:r>
            <a:r>
              <a:rPr lang="zh-CN" altLang="en-US" dirty="0"/>
              <a:t>的数据， 满足 </a:t>
            </a:r>
            <a:r>
              <a:rPr lang="en-US" altLang="zh-CN" dirty="0"/>
              <a:t>1≤n≤100000</a:t>
            </a:r>
            <a:r>
              <a:rPr lang="zh-CN" altLang="en-US" dirty="0"/>
              <a:t>， </a:t>
            </a:r>
            <a:r>
              <a:rPr lang="en-US" altLang="zh-CN" dirty="0"/>
              <a:t>1≤m≤20</a:t>
            </a:r>
            <a:r>
              <a:rPr lang="zh-CN" altLang="en-US" dirty="0"/>
              <a:t>， 字符串只包含</a:t>
            </a:r>
            <a:r>
              <a:rPr lang="zh-CN" altLang="en-US" dirty="0" smtClean="0"/>
              <a:t>小写字母</a:t>
            </a:r>
            <a:r>
              <a:rPr lang="zh-CN" altLang="en-US" dirty="0"/>
              <a:t>。</a:t>
            </a:r>
            <a:r>
              <a:rPr lang="zh-CN" altLang="en-US" dirty="0" smtClean="0"/>
              <a:t/>
            </a:r>
            <a:br>
              <a:rPr lang="zh-CN" altLang="en-US" dirty="0" smtClean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6397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我们可以直接枚举所有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的子串，并验证是否为回文串。</a:t>
            </a:r>
            <a:endParaRPr lang="en-US" altLang="zh-CN" dirty="0" smtClean="0"/>
          </a:p>
          <a:p>
            <a:r>
              <a:rPr lang="zh-CN" altLang="en-US" dirty="0" smtClean="0"/>
              <a:t>那么我们现在的问题就是怎么判断一个串是否为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的子串。</a:t>
            </a:r>
            <a:endParaRPr lang="en-US" altLang="zh-CN" dirty="0" smtClean="0"/>
          </a:p>
          <a:p>
            <a:r>
              <a:rPr lang="zh-CN" altLang="en-US" dirty="0" smtClean="0"/>
              <a:t>如果暴力判断的话，理论上只能得到</a:t>
            </a:r>
            <a:r>
              <a:rPr lang="en-US" altLang="zh-CN" dirty="0" smtClean="0"/>
              <a:t>50</a:t>
            </a:r>
            <a:r>
              <a:rPr lang="zh-CN" altLang="en-US" dirty="0" smtClean="0"/>
              <a:t>分。</a:t>
            </a:r>
            <a:endParaRPr lang="en-US" altLang="zh-CN" dirty="0" smtClean="0"/>
          </a:p>
          <a:p>
            <a:r>
              <a:rPr lang="zh-CN" altLang="en-US" dirty="0" smtClean="0"/>
              <a:t>我们可以用</a:t>
            </a:r>
            <a:r>
              <a:rPr lang="en-US" altLang="zh-CN" dirty="0" smtClean="0"/>
              <a:t>next[</a:t>
            </a:r>
            <a:r>
              <a:rPr lang="en-US" altLang="zh-CN" dirty="0" err="1" smtClean="0"/>
              <a:t>i</a:t>
            </a:r>
            <a:r>
              <a:rPr lang="en-US" altLang="zh-CN" dirty="0" smtClean="0"/>
              <a:t>][j]</a:t>
            </a:r>
            <a:r>
              <a:rPr lang="zh-CN" altLang="en-US" dirty="0" smtClean="0"/>
              <a:t>表示在位置</a:t>
            </a:r>
            <a:r>
              <a:rPr lang="en-US" altLang="zh-CN" dirty="0" err="1" smtClean="0"/>
              <a:t>i</a:t>
            </a:r>
            <a:r>
              <a:rPr lang="zh-CN" altLang="en-US" dirty="0" smtClean="0"/>
              <a:t>之后的第一个字符</a:t>
            </a:r>
            <a:r>
              <a:rPr lang="en-US" altLang="zh-CN" dirty="0" smtClean="0"/>
              <a:t>j</a:t>
            </a:r>
            <a:r>
              <a:rPr lang="zh-CN" altLang="en-US" dirty="0" smtClean="0"/>
              <a:t>的出现位置，这样我们就可以做到</a:t>
            </a:r>
            <a:r>
              <a:rPr lang="en-US" altLang="zh-CN" dirty="0" smtClean="0"/>
              <a:t>O(m)</a:t>
            </a:r>
            <a:r>
              <a:rPr lang="zh-CN" altLang="en-US" dirty="0" smtClean="0"/>
              <a:t>的复杂度来判断。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46891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11.12 </a:t>
            </a:r>
            <a:r>
              <a:rPr lang="zh-CN" altLang="en-US" dirty="0"/>
              <a:t>李</a:t>
            </a:r>
            <a:r>
              <a:rPr lang="zh-CN" altLang="en-US" dirty="0" smtClean="0"/>
              <a:t>电的农场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209524" cy="310476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00251"/>
            <a:ext cx="7990476" cy="1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33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可以分析可得，如果能够求出</a:t>
            </a:r>
            <a:r>
              <a:rPr lang="en-US" altLang="zh-CN" dirty="0" smtClean="0"/>
              <a:t>1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</a:t>
            </a:r>
            <a:r>
              <a:rPr lang="zh-CN" altLang="en-US" dirty="0" smtClean="0"/>
              <a:t>两点到任意点的距离，那么就可以</a:t>
            </a:r>
            <a:r>
              <a:rPr lang="en-US" altLang="zh-CN" dirty="0" smtClean="0"/>
              <a:t>O(n)</a:t>
            </a:r>
            <a:r>
              <a:rPr lang="zh-CN" altLang="en-US" dirty="0" smtClean="0"/>
              <a:t>的求出答案。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30</a:t>
            </a:r>
            <a:r>
              <a:rPr lang="zh-CN" altLang="en-US" dirty="0" smtClean="0"/>
              <a:t>分暴力可以直接搜索。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如果直接把每个区块内的点直接互相连边，再跑最短路，则可以获得</a:t>
            </a:r>
            <a:r>
              <a:rPr lang="en-US" altLang="zh-CN" dirty="0" smtClean="0"/>
              <a:t>60</a:t>
            </a:r>
            <a:r>
              <a:rPr lang="zh-CN" altLang="en-US" smtClean="0"/>
              <a:t>分。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570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5454</TotalTime>
  <Words>1021</Words>
  <Application>Microsoft Office PowerPoint</Application>
  <PresentationFormat>宽屏</PresentationFormat>
  <Paragraphs>62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宋体</vt:lpstr>
      <vt:lpstr>Arial</vt:lpstr>
      <vt:lpstr>Calibri</vt:lpstr>
      <vt:lpstr>Calibri Light</vt:lpstr>
      <vt:lpstr>Cambria Math</vt:lpstr>
      <vt:lpstr>Office 主题</vt:lpstr>
      <vt:lpstr>如何获得30分</vt:lpstr>
      <vt:lpstr>11.7 一道防AK好题</vt:lpstr>
      <vt:lpstr>PowerPoint 演示文稿</vt:lpstr>
      <vt:lpstr>PowerPoint 演示文稿</vt:lpstr>
      <vt:lpstr>11.8 walk</vt:lpstr>
      <vt:lpstr>PowerPoint 演示文稿</vt:lpstr>
      <vt:lpstr>11.8 travel</vt:lpstr>
      <vt:lpstr>PowerPoint 演示文稿</vt:lpstr>
      <vt:lpstr>PowerPoint 演示文稿</vt:lpstr>
      <vt:lpstr>11.9 sequence</vt:lpstr>
      <vt:lpstr>PowerPoint 演示文稿</vt:lpstr>
      <vt:lpstr>11.9 calculate</vt:lpstr>
      <vt:lpstr>PowerPoint 演示文稿</vt:lpstr>
      <vt:lpstr>11.10 matrix</vt:lpstr>
      <vt:lpstr>PowerPoint 演示文稿</vt:lpstr>
      <vt:lpstr>11.10 group</vt:lpstr>
      <vt:lpstr>PowerPoint 演示文稿</vt:lpstr>
      <vt:lpstr>11.10 lcps</vt:lpstr>
      <vt:lpstr>PowerPoint 演示文稿</vt:lpstr>
      <vt:lpstr>11.12 李电的农场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如何获得30分</dc:title>
  <dc:creator>cjoier</dc:creator>
  <cp:lastModifiedBy>cjoier</cp:lastModifiedBy>
  <cp:revision>38</cp:revision>
  <dcterms:created xsi:type="dcterms:W3CDTF">2016-11-11T11:18:45Z</dcterms:created>
  <dcterms:modified xsi:type="dcterms:W3CDTF">2016-11-15T09:57:37Z</dcterms:modified>
</cp:coreProperties>
</file>